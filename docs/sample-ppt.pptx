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f6f2e33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f6f2e33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f6f2e33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f6f2e33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af6f2e33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af6f2e33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f6f2e33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af6f2e33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174352" y="368775"/>
            <a:ext cx="6795300" cy="72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124D"/>
                </a:solidFill>
                <a:latin typeface="Impact"/>
                <a:ea typeface="Impact"/>
                <a:cs typeface="Impact"/>
                <a:sym typeface="Impact"/>
              </a:rPr>
              <a:t>Manipal Hackathon 2026</a:t>
            </a:r>
            <a:endParaRPr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2050" y="1683300"/>
            <a:ext cx="9144000" cy="30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Name: 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Track: 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Problem Statement: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Solution Title: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Team Members:</a:t>
            </a:r>
            <a:endParaRPr sz="2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Solution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Technical Implementation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Feasibility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1C75"/>
                </a:solidFill>
                <a:latin typeface="Impact"/>
                <a:ea typeface="Impact"/>
                <a:cs typeface="Impact"/>
                <a:sym typeface="Impact"/>
              </a:rPr>
              <a:t>Business Strategy</a:t>
            </a:r>
            <a:endParaRPr>
              <a:solidFill>
                <a:srgbClr val="351C7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8195825" y="86900"/>
            <a:ext cx="832675" cy="6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